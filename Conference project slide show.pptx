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94"/>
    <p:restoredTop sz="94621"/>
  </p:normalViewPr>
  <p:slideViewPr>
    <p:cSldViewPr snapToGrid="0">
      <p:cViewPr varScale="1">
        <p:scale>
          <a:sx n="163" d="100"/>
          <a:sy n="163" d="100"/>
        </p:scale>
        <p:origin x="9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3D2D-6356-FEA6-AB79-6EC46849D0C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7F24E0D-2AD2-0999-F0E4-F2A83788F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4279444-232D-DC3E-7A9C-1FFD17BD21A3}"/>
              </a:ext>
            </a:extLst>
          </p:cNvPr>
          <p:cNvSpPr>
            <a:spLocks noGrp="1"/>
          </p:cNvSpPr>
          <p:nvPr>
            <p:ph type="dt" sz="half" idx="10"/>
          </p:nvPr>
        </p:nvSpPr>
        <p:spPr/>
        <p:txBody>
          <a:bodyPr/>
          <a:lstStyle/>
          <a:p>
            <a:fld id="{79DF836F-5E1E-FD4F-95EB-3ECABFA3D8E5}" type="datetimeFigureOut">
              <a:rPr lang="en-US" smtClean="0"/>
              <a:t>12/5/25</a:t>
            </a:fld>
            <a:endParaRPr lang="en-US"/>
          </a:p>
        </p:txBody>
      </p:sp>
      <p:sp>
        <p:nvSpPr>
          <p:cNvPr id="5" name="Footer Placeholder 4">
            <a:extLst>
              <a:ext uri="{FF2B5EF4-FFF2-40B4-BE49-F238E27FC236}">
                <a16:creationId xmlns:a16="http://schemas.microsoft.com/office/drawing/2014/main" id="{3DB7C4BD-1BCA-E2E4-25FC-C7591F1EE9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418CFC-98AC-6076-FE09-BA177767D03D}"/>
              </a:ext>
            </a:extLst>
          </p:cNvPr>
          <p:cNvSpPr>
            <a:spLocks noGrp="1"/>
          </p:cNvSpPr>
          <p:nvPr>
            <p:ph type="sldNum" sz="quarter" idx="12"/>
          </p:nvPr>
        </p:nvSpPr>
        <p:spPr/>
        <p:txBody>
          <a:bodyPr/>
          <a:lstStyle/>
          <a:p>
            <a:fld id="{FBED28F8-61E7-B24B-9234-951CB84A7E70}" type="slidenum">
              <a:rPr lang="en-US" smtClean="0"/>
              <a:t>‹#›</a:t>
            </a:fld>
            <a:endParaRPr lang="en-US"/>
          </a:p>
        </p:txBody>
      </p:sp>
    </p:spTree>
    <p:extLst>
      <p:ext uri="{BB962C8B-B14F-4D97-AF65-F5344CB8AC3E}">
        <p14:creationId xmlns:p14="http://schemas.microsoft.com/office/powerpoint/2010/main" val="3458853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2E3F5-0935-DE3D-F0E7-A801938A891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2CF8318-6F50-0E42-FCB2-C7B7CAD285E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D8FA945-7A02-9C40-E7C8-30C0DD3269A5}"/>
              </a:ext>
            </a:extLst>
          </p:cNvPr>
          <p:cNvSpPr>
            <a:spLocks noGrp="1"/>
          </p:cNvSpPr>
          <p:nvPr>
            <p:ph type="dt" sz="half" idx="10"/>
          </p:nvPr>
        </p:nvSpPr>
        <p:spPr/>
        <p:txBody>
          <a:bodyPr/>
          <a:lstStyle/>
          <a:p>
            <a:fld id="{79DF836F-5E1E-FD4F-95EB-3ECABFA3D8E5}" type="datetimeFigureOut">
              <a:rPr lang="en-US" smtClean="0"/>
              <a:t>12/5/25</a:t>
            </a:fld>
            <a:endParaRPr lang="en-US"/>
          </a:p>
        </p:txBody>
      </p:sp>
      <p:sp>
        <p:nvSpPr>
          <p:cNvPr id="5" name="Footer Placeholder 4">
            <a:extLst>
              <a:ext uri="{FF2B5EF4-FFF2-40B4-BE49-F238E27FC236}">
                <a16:creationId xmlns:a16="http://schemas.microsoft.com/office/drawing/2014/main" id="{A7EE31A5-1559-F191-1602-4385EF20DF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70AC6B-7E9D-6931-CE82-4218191FA2C5}"/>
              </a:ext>
            </a:extLst>
          </p:cNvPr>
          <p:cNvSpPr>
            <a:spLocks noGrp="1"/>
          </p:cNvSpPr>
          <p:nvPr>
            <p:ph type="sldNum" sz="quarter" idx="12"/>
          </p:nvPr>
        </p:nvSpPr>
        <p:spPr/>
        <p:txBody>
          <a:bodyPr/>
          <a:lstStyle/>
          <a:p>
            <a:fld id="{FBED28F8-61E7-B24B-9234-951CB84A7E70}" type="slidenum">
              <a:rPr lang="en-US" smtClean="0"/>
              <a:t>‹#›</a:t>
            </a:fld>
            <a:endParaRPr lang="en-US"/>
          </a:p>
        </p:txBody>
      </p:sp>
    </p:spTree>
    <p:extLst>
      <p:ext uri="{BB962C8B-B14F-4D97-AF65-F5344CB8AC3E}">
        <p14:creationId xmlns:p14="http://schemas.microsoft.com/office/powerpoint/2010/main" val="3812360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DC619-9D54-C632-8D39-52E978127AD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A2596FA-D3DF-EE99-0B26-C5CEC25689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50CA6EA-1088-EB5D-A82C-0EC158D15674}"/>
              </a:ext>
            </a:extLst>
          </p:cNvPr>
          <p:cNvSpPr>
            <a:spLocks noGrp="1"/>
          </p:cNvSpPr>
          <p:nvPr>
            <p:ph type="dt" sz="half" idx="10"/>
          </p:nvPr>
        </p:nvSpPr>
        <p:spPr/>
        <p:txBody>
          <a:bodyPr/>
          <a:lstStyle/>
          <a:p>
            <a:fld id="{79DF836F-5E1E-FD4F-95EB-3ECABFA3D8E5}" type="datetimeFigureOut">
              <a:rPr lang="en-US" smtClean="0"/>
              <a:t>12/5/25</a:t>
            </a:fld>
            <a:endParaRPr lang="en-US"/>
          </a:p>
        </p:txBody>
      </p:sp>
      <p:sp>
        <p:nvSpPr>
          <p:cNvPr id="5" name="Footer Placeholder 4">
            <a:extLst>
              <a:ext uri="{FF2B5EF4-FFF2-40B4-BE49-F238E27FC236}">
                <a16:creationId xmlns:a16="http://schemas.microsoft.com/office/drawing/2014/main" id="{F62396E5-4A35-A16C-5591-1F39F317D1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643C92-F18A-C243-74D2-137AC2D76121}"/>
              </a:ext>
            </a:extLst>
          </p:cNvPr>
          <p:cNvSpPr>
            <a:spLocks noGrp="1"/>
          </p:cNvSpPr>
          <p:nvPr>
            <p:ph type="sldNum" sz="quarter" idx="12"/>
          </p:nvPr>
        </p:nvSpPr>
        <p:spPr/>
        <p:txBody>
          <a:bodyPr/>
          <a:lstStyle/>
          <a:p>
            <a:fld id="{FBED28F8-61E7-B24B-9234-951CB84A7E70}" type="slidenum">
              <a:rPr lang="en-US" smtClean="0"/>
              <a:t>‹#›</a:t>
            </a:fld>
            <a:endParaRPr lang="en-US"/>
          </a:p>
        </p:txBody>
      </p:sp>
    </p:spTree>
    <p:extLst>
      <p:ext uri="{BB962C8B-B14F-4D97-AF65-F5344CB8AC3E}">
        <p14:creationId xmlns:p14="http://schemas.microsoft.com/office/powerpoint/2010/main" val="2506521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6D889-6672-8316-34D0-7A9D63422D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56899CA-9B27-055C-E94F-5B0D22C75CF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5E99126-A263-D9D8-C807-56BE729B89A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22D5A1A-2183-00BF-3B28-E13E9F4F100E}"/>
              </a:ext>
            </a:extLst>
          </p:cNvPr>
          <p:cNvSpPr>
            <a:spLocks noGrp="1"/>
          </p:cNvSpPr>
          <p:nvPr>
            <p:ph type="dt" sz="half" idx="10"/>
          </p:nvPr>
        </p:nvSpPr>
        <p:spPr/>
        <p:txBody>
          <a:bodyPr/>
          <a:lstStyle/>
          <a:p>
            <a:fld id="{79DF836F-5E1E-FD4F-95EB-3ECABFA3D8E5}" type="datetimeFigureOut">
              <a:rPr lang="en-US" smtClean="0"/>
              <a:t>12/5/25</a:t>
            </a:fld>
            <a:endParaRPr lang="en-US"/>
          </a:p>
        </p:txBody>
      </p:sp>
      <p:sp>
        <p:nvSpPr>
          <p:cNvPr id="6" name="Footer Placeholder 5">
            <a:extLst>
              <a:ext uri="{FF2B5EF4-FFF2-40B4-BE49-F238E27FC236}">
                <a16:creationId xmlns:a16="http://schemas.microsoft.com/office/drawing/2014/main" id="{8AB311C9-7F96-89C5-9F1A-644D44D3D6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1EA33F-FB49-B783-759B-DFFF642E2C98}"/>
              </a:ext>
            </a:extLst>
          </p:cNvPr>
          <p:cNvSpPr>
            <a:spLocks noGrp="1"/>
          </p:cNvSpPr>
          <p:nvPr>
            <p:ph type="sldNum" sz="quarter" idx="12"/>
          </p:nvPr>
        </p:nvSpPr>
        <p:spPr/>
        <p:txBody>
          <a:bodyPr/>
          <a:lstStyle/>
          <a:p>
            <a:fld id="{FBED28F8-61E7-B24B-9234-951CB84A7E70}" type="slidenum">
              <a:rPr lang="en-US" smtClean="0"/>
              <a:t>‹#›</a:t>
            </a:fld>
            <a:endParaRPr lang="en-US"/>
          </a:p>
        </p:txBody>
      </p:sp>
    </p:spTree>
    <p:extLst>
      <p:ext uri="{BB962C8B-B14F-4D97-AF65-F5344CB8AC3E}">
        <p14:creationId xmlns:p14="http://schemas.microsoft.com/office/powerpoint/2010/main" val="2388604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7B7E3-DCB8-0289-CC7B-5ED3CA7A088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5EA0C1B-A913-94DA-4F28-FAD33E7976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254B6F7-67EA-097B-8A06-1BF5FDFA1C3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F60335D-3003-5C93-92D5-60858560AD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0174383-A747-9258-8817-611D0A35C0A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9B797AF-2400-8F4D-0C32-AE9426345B6F}"/>
              </a:ext>
            </a:extLst>
          </p:cNvPr>
          <p:cNvSpPr>
            <a:spLocks noGrp="1"/>
          </p:cNvSpPr>
          <p:nvPr>
            <p:ph type="dt" sz="half" idx="10"/>
          </p:nvPr>
        </p:nvSpPr>
        <p:spPr/>
        <p:txBody>
          <a:bodyPr/>
          <a:lstStyle/>
          <a:p>
            <a:fld id="{79DF836F-5E1E-FD4F-95EB-3ECABFA3D8E5}" type="datetimeFigureOut">
              <a:rPr lang="en-US" smtClean="0"/>
              <a:t>12/5/25</a:t>
            </a:fld>
            <a:endParaRPr lang="en-US"/>
          </a:p>
        </p:txBody>
      </p:sp>
      <p:sp>
        <p:nvSpPr>
          <p:cNvPr id="8" name="Footer Placeholder 7">
            <a:extLst>
              <a:ext uri="{FF2B5EF4-FFF2-40B4-BE49-F238E27FC236}">
                <a16:creationId xmlns:a16="http://schemas.microsoft.com/office/drawing/2014/main" id="{1DB44500-8736-C0A7-3E0F-E0CF178450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2C43BC-58E4-4BA8-F4A9-7B51E5D0124B}"/>
              </a:ext>
            </a:extLst>
          </p:cNvPr>
          <p:cNvSpPr>
            <a:spLocks noGrp="1"/>
          </p:cNvSpPr>
          <p:nvPr>
            <p:ph type="sldNum" sz="quarter" idx="12"/>
          </p:nvPr>
        </p:nvSpPr>
        <p:spPr/>
        <p:txBody>
          <a:bodyPr/>
          <a:lstStyle/>
          <a:p>
            <a:fld id="{FBED28F8-61E7-B24B-9234-951CB84A7E70}" type="slidenum">
              <a:rPr lang="en-US" smtClean="0"/>
              <a:t>‹#›</a:t>
            </a:fld>
            <a:endParaRPr lang="en-US"/>
          </a:p>
        </p:txBody>
      </p:sp>
    </p:spTree>
    <p:extLst>
      <p:ext uri="{BB962C8B-B14F-4D97-AF65-F5344CB8AC3E}">
        <p14:creationId xmlns:p14="http://schemas.microsoft.com/office/powerpoint/2010/main" val="2662548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E652D-5C24-6D00-AD74-F984E4669A5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765EE61-AA6B-9ED0-BB95-A4264679D419}"/>
              </a:ext>
            </a:extLst>
          </p:cNvPr>
          <p:cNvSpPr>
            <a:spLocks noGrp="1"/>
          </p:cNvSpPr>
          <p:nvPr>
            <p:ph type="dt" sz="half" idx="10"/>
          </p:nvPr>
        </p:nvSpPr>
        <p:spPr/>
        <p:txBody>
          <a:bodyPr/>
          <a:lstStyle/>
          <a:p>
            <a:fld id="{79DF836F-5E1E-FD4F-95EB-3ECABFA3D8E5}" type="datetimeFigureOut">
              <a:rPr lang="en-US" smtClean="0"/>
              <a:t>12/5/25</a:t>
            </a:fld>
            <a:endParaRPr lang="en-US"/>
          </a:p>
        </p:txBody>
      </p:sp>
      <p:sp>
        <p:nvSpPr>
          <p:cNvPr id="4" name="Footer Placeholder 3">
            <a:extLst>
              <a:ext uri="{FF2B5EF4-FFF2-40B4-BE49-F238E27FC236}">
                <a16:creationId xmlns:a16="http://schemas.microsoft.com/office/drawing/2014/main" id="{66514E33-6F88-D20A-7D44-16A0DEA9A3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BDF019-7AB4-411F-E63B-64933D0B3BDE}"/>
              </a:ext>
            </a:extLst>
          </p:cNvPr>
          <p:cNvSpPr>
            <a:spLocks noGrp="1"/>
          </p:cNvSpPr>
          <p:nvPr>
            <p:ph type="sldNum" sz="quarter" idx="12"/>
          </p:nvPr>
        </p:nvSpPr>
        <p:spPr/>
        <p:txBody>
          <a:bodyPr/>
          <a:lstStyle/>
          <a:p>
            <a:fld id="{FBED28F8-61E7-B24B-9234-951CB84A7E70}" type="slidenum">
              <a:rPr lang="en-US" smtClean="0"/>
              <a:t>‹#›</a:t>
            </a:fld>
            <a:endParaRPr lang="en-US"/>
          </a:p>
        </p:txBody>
      </p:sp>
    </p:spTree>
    <p:extLst>
      <p:ext uri="{BB962C8B-B14F-4D97-AF65-F5344CB8AC3E}">
        <p14:creationId xmlns:p14="http://schemas.microsoft.com/office/powerpoint/2010/main" val="109835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A5501B-F830-1481-4175-26F83DA6A909}"/>
              </a:ext>
            </a:extLst>
          </p:cNvPr>
          <p:cNvSpPr>
            <a:spLocks noGrp="1"/>
          </p:cNvSpPr>
          <p:nvPr>
            <p:ph type="dt" sz="half" idx="10"/>
          </p:nvPr>
        </p:nvSpPr>
        <p:spPr/>
        <p:txBody>
          <a:bodyPr/>
          <a:lstStyle/>
          <a:p>
            <a:fld id="{79DF836F-5E1E-FD4F-95EB-3ECABFA3D8E5}" type="datetimeFigureOut">
              <a:rPr lang="en-US" smtClean="0"/>
              <a:t>12/5/25</a:t>
            </a:fld>
            <a:endParaRPr lang="en-US"/>
          </a:p>
        </p:txBody>
      </p:sp>
      <p:sp>
        <p:nvSpPr>
          <p:cNvPr id="3" name="Footer Placeholder 2">
            <a:extLst>
              <a:ext uri="{FF2B5EF4-FFF2-40B4-BE49-F238E27FC236}">
                <a16:creationId xmlns:a16="http://schemas.microsoft.com/office/drawing/2014/main" id="{668B8E27-19E3-CA4E-E26D-21C699ADD5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B675DD-0E50-56A7-3A4B-4E7EE2220223}"/>
              </a:ext>
            </a:extLst>
          </p:cNvPr>
          <p:cNvSpPr>
            <a:spLocks noGrp="1"/>
          </p:cNvSpPr>
          <p:nvPr>
            <p:ph type="sldNum" sz="quarter" idx="12"/>
          </p:nvPr>
        </p:nvSpPr>
        <p:spPr/>
        <p:txBody>
          <a:bodyPr/>
          <a:lstStyle/>
          <a:p>
            <a:fld id="{FBED28F8-61E7-B24B-9234-951CB84A7E70}" type="slidenum">
              <a:rPr lang="en-US" smtClean="0"/>
              <a:t>‹#›</a:t>
            </a:fld>
            <a:endParaRPr lang="en-US"/>
          </a:p>
        </p:txBody>
      </p:sp>
    </p:spTree>
    <p:extLst>
      <p:ext uri="{BB962C8B-B14F-4D97-AF65-F5344CB8AC3E}">
        <p14:creationId xmlns:p14="http://schemas.microsoft.com/office/powerpoint/2010/main" val="3015902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00489-2987-D6A1-1126-8D4011755D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118E03D-1F1B-44F0-9DF2-AF2BFA7BE7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0DCF65C-87F1-805B-2E02-16EA15BD81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8CBC892-2C3E-2D23-555C-982D60275C6E}"/>
              </a:ext>
            </a:extLst>
          </p:cNvPr>
          <p:cNvSpPr>
            <a:spLocks noGrp="1"/>
          </p:cNvSpPr>
          <p:nvPr>
            <p:ph type="dt" sz="half" idx="10"/>
          </p:nvPr>
        </p:nvSpPr>
        <p:spPr/>
        <p:txBody>
          <a:bodyPr/>
          <a:lstStyle/>
          <a:p>
            <a:fld id="{79DF836F-5E1E-FD4F-95EB-3ECABFA3D8E5}" type="datetimeFigureOut">
              <a:rPr lang="en-US" smtClean="0"/>
              <a:t>12/5/25</a:t>
            </a:fld>
            <a:endParaRPr lang="en-US"/>
          </a:p>
        </p:txBody>
      </p:sp>
      <p:sp>
        <p:nvSpPr>
          <p:cNvPr id="6" name="Footer Placeholder 5">
            <a:extLst>
              <a:ext uri="{FF2B5EF4-FFF2-40B4-BE49-F238E27FC236}">
                <a16:creationId xmlns:a16="http://schemas.microsoft.com/office/drawing/2014/main" id="{8FB91B74-03D6-EEC6-3EC3-188D549996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78340-B042-A9E7-EE74-9BECA2FAF0FF}"/>
              </a:ext>
            </a:extLst>
          </p:cNvPr>
          <p:cNvSpPr>
            <a:spLocks noGrp="1"/>
          </p:cNvSpPr>
          <p:nvPr>
            <p:ph type="sldNum" sz="quarter" idx="12"/>
          </p:nvPr>
        </p:nvSpPr>
        <p:spPr/>
        <p:txBody>
          <a:bodyPr/>
          <a:lstStyle/>
          <a:p>
            <a:fld id="{FBED28F8-61E7-B24B-9234-951CB84A7E70}" type="slidenum">
              <a:rPr lang="en-US" smtClean="0"/>
              <a:t>‹#›</a:t>
            </a:fld>
            <a:endParaRPr lang="en-US"/>
          </a:p>
        </p:txBody>
      </p:sp>
    </p:spTree>
    <p:extLst>
      <p:ext uri="{BB962C8B-B14F-4D97-AF65-F5344CB8AC3E}">
        <p14:creationId xmlns:p14="http://schemas.microsoft.com/office/powerpoint/2010/main" val="3233406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A9FFD-5BAB-5434-AEF4-EAF65447E89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C9954BC-DB79-1D40-35F2-934D54C924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462AEA-4B9E-3B85-0ACA-7BED6E80C4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84E609-A0E6-A31A-90F2-D553607F80FA}"/>
              </a:ext>
            </a:extLst>
          </p:cNvPr>
          <p:cNvSpPr>
            <a:spLocks noGrp="1"/>
          </p:cNvSpPr>
          <p:nvPr>
            <p:ph type="dt" sz="half" idx="10"/>
          </p:nvPr>
        </p:nvSpPr>
        <p:spPr/>
        <p:txBody>
          <a:bodyPr/>
          <a:lstStyle/>
          <a:p>
            <a:fld id="{79DF836F-5E1E-FD4F-95EB-3ECABFA3D8E5}" type="datetimeFigureOut">
              <a:rPr lang="en-US" smtClean="0"/>
              <a:t>12/5/25</a:t>
            </a:fld>
            <a:endParaRPr lang="en-US"/>
          </a:p>
        </p:txBody>
      </p:sp>
      <p:sp>
        <p:nvSpPr>
          <p:cNvPr id="6" name="Footer Placeholder 5">
            <a:extLst>
              <a:ext uri="{FF2B5EF4-FFF2-40B4-BE49-F238E27FC236}">
                <a16:creationId xmlns:a16="http://schemas.microsoft.com/office/drawing/2014/main" id="{A0CC0CA1-0944-C77F-916D-AEB73E1E26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BC43F9-A3EE-6258-B2D9-C04DDDDECFD8}"/>
              </a:ext>
            </a:extLst>
          </p:cNvPr>
          <p:cNvSpPr>
            <a:spLocks noGrp="1"/>
          </p:cNvSpPr>
          <p:nvPr>
            <p:ph type="sldNum" sz="quarter" idx="12"/>
          </p:nvPr>
        </p:nvSpPr>
        <p:spPr/>
        <p:txBody>
          <a:bodyPr/>
          <a:lstStyle/>
          <a:p>
            <a:fld id="{FBED28F8-61E7-B24B-9234-951CB84A7E70}" type="slidenum">
              <a:rPr lang="en-US" smtClean="0"/>
              <a:t>‹#›</a:t>
            </a:fld>
            <a:endParaRPr lang="en-US"/>
          </a:p>
        </p:txBody>
      </p:sp>
    </p:spTree>
    <p:extLst>
      <p:ext uri="{BB962C8B-B14F-4D97-AF65-F5344CB8AC3E}">
        <p14:creationId xmlns:p14="http://schemas.microsoft.com/office/powerpoint/2010/main" val="818559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A1794-E28C-9996-3769-8BBEBAA9DB8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22AADBF-3BE5-A1A8-C868-9828160F549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0DF53C-90A9-A29B-931B-ACB88A075C15}"/>
              </a:ext>
            </a:extLst>
          </p:cNvPr>
          <p:cNvSpPr>
            <a:spLocks noGrp="1"/>
          </p:cNvSpPr>
          <p:nvPr>
            <p:ph type="dt" sz="half" idx="10"/>
          </p:nvPr>
        </p:nvSpPr>
        <p:spPr/>
        <p:txBody>
          <a:bodyPr/>
          <a:lstStyle/>
          <a:p>
            <a:fld id="{79DF836F-5E1E-FD4F-95EB-3ECABFA3D8E5}" type="datetimeFigureOut">
              <a:rPr lang="en-US" smtClean="0"/>
              <a:t>12/5/25</a:t>
            </a:fld>
            <a:endParaRPr lang="en-US"/>
          </a:p>
        </p:txBody>
      </p:sp>
      <p:sp>
        <p:nvSpPr>
          <p:cNvPr id="5" name="Footer Placeholder 4">
            <a:extLst>
              <a:ext uri="{FF2B5EF4-FFF2-40B4-BE49-F238E27FC236}">
                <a16:creationId xmlns:a16="http://schemas.microsoft.com/office/drawing/2014/main" id="{FFF7D1D3-8DE4-99D6-AC7E-560FEA8133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98E887-1A71-D588-6769-97F753286760}"/>
              </a:ext>
            </a:extLst>
          </p:cNvPr>
          <p:cNvSpPr>
            <a:spLocks noGrp="1"/>
          </p:cNvSpPr>
          <p:nvPr>
            <p:ph type="sldNum" sz="quarter" idx="12"/>
          </p:nvPr>
        </p:nvSpPr>
        <p:spPr/>
        <p:txBody>
          <a:bodyPr/>
          <a:lstStyle/>
          <a:p>
            <a:fld id="{FBED28F8-61E7-B24B-9234-951CB84A7E70}" type="slidenum">
              <a:rPr lang="en-US" smtClean="0"/>
              <a:t>‹#›</a:t>
            </a:fld>
            <a:endParaRPr lang="en-US"/>
          </a:p>
        </p:txBody>
      </p:sp>
    </p:spTree>
    <p:extLst>
      <p:ext uri="{BB962C8B-B14F-4D97-AF65-F5344CB8AC3E}">
        <p14:creationId xmlns:p14="http://schemas.microsoft.com/office/powerpoint/2010/main" val="4176395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E650A-4766-EDB2-42EE-A30AAEA0BE4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5817EE7-7B87-72D0-7937-AD6BDDF5503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7013356-4B14-DFB7-ACCD-13DDCACC7216}"/>
              </a:ext>
            </a:extLst>
          </p:cNvPr>
          <p:cNvSpPr>
            <a:spLocks noGrp="1"/>
          </p:cNvSpPr>
          <p:nvPr>
            <p:ph type="dt" sz="half" idx="10"/>
          </p:nvPr>
        </p:nvSpPr>
        <p:spPr/>
        <p:txBody>
          <a:bodyPr/>
          <a:lstStyle/>
          <a:p>
            <a:fld id="{79DF836F-5E1E-FD4F-95EB-3ECABFA3D8E5}" type="datetimeFigureOut">
              <a:rPr lang="en-US" smtClean="0"/>
              <a:t>12/5/25</a:t>
            </a:fld>
            <a:endParaRPr lang="en-US"/>
          </a:p>
        </p:txBody>
      </p:sp>
      <p:sp>
        <p:nvSpPr>
          <p:cNvPr id="5" name="Footer Placeholder 4">
            <a:extLst>
              <a:ext uri="{FF2B5EF4-FFF2-40B4-BE49-F238E27FC236}">
                <a16:creationId xmlns:a16="http://schemas.microsoft.com/office/drawing/2014/main" id="{89A3541B-0554-9063-754F-4F8F6F415E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3E93B5-A1F7-B47F-D9E6-A20ED2A1A116}"/>
              </a:ext>
            </a:extLst>
          </p:cNvPr>
          <p:cNvSpPr>
            <a:spLocks noGrp="1"/>
          </p:cNvSpPr>
          <p:nvPr>
            <p:ph type="sldNum" sz="quarter" idx="12"/>
          </p:nvPr>
        </p:nvSpPr>
        <p:spPr/>
        <p:txBody>
          <a:bodyPr/>
          <a:lstStyle/>
          <a:p>
            <a:fld id="{FBED28F8-61E7-B24B-9234-951CB84A7E70}" type="slidenum">
              <a:rPr lang="en-US" smtClean="0"/>
              <a:t>‹#›</a:t>
            </a:fld>
            <a:endParaRPr lang="en-US"/>
          </a:p>
        </p:txBody>
      </p:sp>
    </p:spTree>
    <p:extLst>
      <p:ext uri="{BB962C8B-B14F-4D97-AF65-F5344CB8AC3E}">
        <p14:creationId xmlns:p14="http://schemas.microsoft.com/office/powerpoint/2010/main" val="1793696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A842C6-37AD-594C-D2C1-AC0864957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AA0E7D2-83EE-6E37-3590-BF2B680976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366A25A-B466-5AC6-E286-2AA477C1E5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DF836F-5E1E-FD4F-95EB-3ECABFA3D8E5}" type="datetimeFigureOut">
              <a:rPr lang="en-US" smtClean="0"/>
              <a:t>12/5/25</a:t>
            </a:fld>
            <a:endParaRPr lang="en-US"/>
          </a:p>
        </p:txBody>
      </p:sp>
      <p:sp>
        <p:nvSpPr>
          <p:cNvPr id="5" name="Footer Placeholder 4">
            <a:extLst>
              <a:ext uri="{FF2B5EF4-FFF2-40B4-BE49-F238E27FC236}">
                <a16:creationId xmlns:a16="http://schemas.microsoft.com/office/drawing/2014/main" id="{43378981-DDE1-18DB-8FD5-C9F333B326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22FB9F-2CC1-9753-0237-96895E4AB1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ED28F8-61E7-B24B-9234-951CB84A7E70}" type="slidenum">
              <a:rPr lang="en-US" smtClean="0"/>
              <a:t>‹#›</a:t>
            </a:fld>
            <a:endParaRPr lang="en-US"/>
          </a:p>
        </p:txBody>
      </p:sp>
    </p:spTree>
    <p:extLst>
      <p:ext uri="{BB962C8B-B14F-4D97-AF65-F5344CB8AC3E}">
        <p14:creationId xmlns:p14="http://schemas.microsoft.com/office/powerpoint/2010/main" val="1019303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050CA21-A784-77C2-24D9-725A9B808294}"/>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Integrating wearable medical devices into clinical care</a:t>
            </a:r>
            <a:endParaRPr lang="en-US" sz="4800">
              <a:solidFill>
                <a:srgbClr val="FFFFFF"/>
              </a:solidFill>
            </a:endParaRPr>
          </a:p>
        </p:txBody>
      </p:sp>
      <p:sp>
        <p:nvSpPr>
          <p:cNvPr id="3" name="Subtitle 2">
            <a:extLst>
              <a:ext uri="{FF2B5EF4-FFF2-40B4-BE49-F238E27FC236}">
                <a16:creationId xmlns:a16="http://schemas.microsoft.com/office/drawing/2014/main" id="{6199CE7C-83B8-8EE2-6C1B-B233BCF4DA03}"/>
              </a:ext>
            </a:extLst>
          </p:cNvPr>
          <p:cNvSpPr>
            <a:spLocks noGrp="1"/>
          </p:cNvSpPr>
          <p:nvPr>
            <p:ph type="subTitle" idx="1"/>
          </p:nvPr>
        </p:nvSpPr>
        <p:spPr>
          <a:xfrm>
            <a:off x="1350682" y="4870824"/>
            <a:ext cx="10005951" cy="1458258"/>
          </a:xfrm>
        </p:spPr>
        <p:txBody>
          <a:bodyPr anchor="ctr">
            <a:normAutofit/>
          </a:bodyPr>
          <a:lstStyle/>
          <a:p>
            <a:pPr algn="l"/>
            <a:r>
              <a:rPr lang="en-US"/>
              <a:t>URN: 6928795</a:t>
            </a:r>
          </a:p>
        </p:txBody>
      </p:sp>
      <p:pic>
        <p:nvPicPr>
          <p:cNvPr id="28" name="Audio 27">
            <a:extLst>
              <a:ext uri="{FF2B5EF4-FFF2-40B4-BE49-F238E27FC236}">
                <a16:creationId xmlns:a16="http://schemas.microsoft.com/office/drawing/2014/main" id="{7952CEDC-F561-36F6-7F2F-ECEDECAAE4C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514096052"/>
      </p:ext>
    </p:extLst>
  </p:cSld>
  <p:clrMapOvr>
    <a:masterClrMapping/>
  </p:clrMapOvr>
  <mc:AlternateContent xmlns:mc="http://schemas.openxmlformats.org/markup-compatibility/2006">
    <mc:Choice xmlns:p14="http://schemas.microsoft.com/office/powerpoint/2010/main" Requires="p14">
      <p:transition spd="slow" p14:dur="2000" advTm="5410"/>
    </mc:Choice>
    <mc:Fallback>
      <p:transition spd="slow" advTm="5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par>
                                <p:cTn id="7" presetID="10" presetClass="entr" presetSubtype="0" fill="hold" grpId="0" nodeType="withEffect">
                                  <p:stCondLst>
                                    <p:cond delay="500"/>
                                  </p:stCondLst>
                                  <p:iterate>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700"/>
                                        <p:tgtEl>
                                          <p:spTgt spid="2"/>
                                        </p:tgtEl>
                                      </p:cBhvr>
                                    </p:animEffect>
                                  </p:childTnLst>
                                </p:cTn>
                              </p:par>
                              <p:par>
                                <p:cTn id="10" presetID="10" presetClass="entr" presetSubtype="0" fill="hold" grpId="0" nodeType="withEffect">
                                  <p:stCondLst>
                                    <p:cond delay="1000"/>
                                  </p:stCondLst>
                                  <p:iterate>
                                    <p:tmPct val="10000"/>
                                  </p:iterate>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3" fill="hold" display="0">
                  <p:stCondLst>
                    <p:cond delay="indefinite"/>
                  </p:stCondLst>
                  <p:endCondLst>
                    <p:cond evt="onStopAudio" delay="0">
                      <p:tgtEl>
                        <p:sldTgt/>
                      </p:tgtEl>
                    </p:cond>
                  </p:endCondLst>
                </p:cTn>
                <p:tgtEl>
                  <p:spTgt spid="28"/>
                </p:tgtEl>
              </p:cMediaNode>
            </p:audio>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D166D5-B014-8C6C-3BA4-EB25A2ADE035}"/>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Abstract</a:t>
            </a:r>
          </a:p>
        </p:txBody>
      </p:sp>
      <p:sp>
        <p:nvSpPr>
          <p:cNvPr id="3" name="Content Placeholder 2">
            <a:extLst>
              <a:ext uri="{FF2B5EF4-FFF2-40B4-BE49-F238E27FC236}">
                <a16:creationId xmlns:a16="http://schemas.microsoft.com/office/drawing/2014/main" id="{A7C1D956-9C1E-F84B-480C-68E39AAE8FED}"/>
              </a:ext>
            </a:extLst>
          </p:cNvPr>
          <p:cNvSpPr>
            <a:spLocks noGrp="1"/>
          </p:cNvSpPr>
          <p:nvPr>
            <p:ph idx="1"/>
          </p:nvPr>
        </p:nvSpPr>
        <p:spPr>
          <a:xfrm>
            <a:off x="1371599" y="2318197"/>
            <a:ext cx="9724031" cy="3683358"/>
          </a:xfrm>
        </p:spPr>
        <p:txBody>
          <a:bodyPr anchor="ctr">
            <a:normAutofit/>
          </a:bodyPr>
          <a:lstStyle/>
          <a:p>
            <a:pPr marL="0" indent="0">
              <a:buNone/>
            </a:pPr>
            <a:r>
              <a:rPr lang="en-GB" sz="2000"/>
              <a:t>Wearable medical devices have become an integral component of modern healthcare, particularly for the management of chronic conditions. Advances in material science and microelectronics have contributed to devices that can continuously monitor physiological activity to improve patient outcomes, reducing clinical workload, and enhancing quality of life for individuals with long term illnesses. These technologies enable real time monitoring, which allows clinicians to detect changes in patient health early and intervene more effectively. The adoption of wearable devices presents practical challenges, including device comfort, durability, data reliability and patient adherence. This paper examines the design considerations for wearable health technologies, evaluates their applications and limitations and discusses the future direction for wider implementation.</a:t>
            </a:r>
            <a:endParaRPr lang="en-US" sz="2000"/>
          </a:p>
        </p:txBody>
      </p:sp>
      <p:pic>
        <p:nvPicPr>
          <p:cNvPr id="44" name="Audio 43">
            <a:extLst>
              <a:ext uri="{FF2B5EF4-FFF2-40B4-BE49-F238E27FC236}">
                <a16:creationId xmlns:a16="http://schemas.microsoft.com/office/drawing/2014/main" id="{764B421F-EA75-1B39-6BBF-CE7DBA14F34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42949618"/>
      </p:ext>
    </p:extLst>
  </p:cSld>
  <p:clrMapOvr>
    <a:masterClrMapping/>
  </p:clrMapOvr>
  <mc:AlternateContent xmlns:mc="http://schemas.openxmlformats.org/markup-compatibility/2006">
    <mc:Choice xmlns:p14="http://schemas.microsoft.com/office/powerpoint/2010/main" Requires="p14">
      <p:transition spd="slow" p14:dur="2000" advTm="60615"/>
    </mc:Choice>
    <mc:Fallback>
      <p:transition spd="slow" advTm="606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877826-8593-3407-5F56-0446FC63D93A}"/>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Introduction</a:t>
            </a:r>
          </a:p>
        </p:txBody>
      </p:sp>
      <p:sp>
        <p:nvSpPr>
          <p:cNvPr id="3" name="Content Placeholder 2">
            <a:extLst>
              <a:ext uri="{FF2B5EF4-FFF2-40B4-BE49-F238E27FC236}">
                <a16:creationId xmlns:a16="http://schemas.microsoft.com/office/drawing/2014/main" id="{24C08E17-7F62-CCC9-2EE9-BB9001CF552A}"/>
              </a:ext>
            </a:extLst>
          </p:cNvPr>
          <p:cNvSpPr>
            <a:spLocks noGrp="1"/>
          </p:cNvSpPr>
          <p:nvPr>
            <p:ph idx="1"/>
          </p:nvPr>
        </p:nvSpPr>
        <p:spPr>
          <a:xfrm>
            <a:off x="1371599" y="2318197"/>
            <a:ext cx="9724031" cy="3683358"/>
          </a:xfrm>
        </p:spPr>
        <p:txBody>
          <a:bodyPr anchor="ctr">
            <a:normAutofit/>
          </a:bodyPr>
          <a:lstStyle/>
          <a:p>
            <a:pPr marL="0" indent="0">
              <a:buNone/>
            </a:pPr>
            <a:r>
              <a:rPr lang="en-GB" sz="2000" dirty="0"/>
              <a:t>The integration of wearable medical technology is rapidly changing how chronic diseases are monitored and managed. One of the most prevalent uses of these devices is in diabetes management, where continuous monitoring and automated delivery systems support treatment, but the same approach applies across many other long- term conditions. As these devices become more established in clinical practice, their design needs have become more complex, requiring a balance of precision and ease of use. Meeting these demands involves a careful understanding of the materials and ergonomic factors that determine performance in real world settings. </a:t>
            </a:r>
            <a:endParaRPr lang="en-US" sz="2000" dirty="0"/>
          </a:p>
        </p:txBody>
      </p:sp>
      <p:pic>
        <p:nvPicPr>
          <p:cNvPr id="13" name="Audio 12">
            <a:extLst>
              <a:ext uri="{FF2B5EF4-FFF2-40B4-BE49-F238E27FC236}">
                <a16:creationId xmlns:a16="http://schemas.microsoft.com/office/drawing/2014/main" id="{33EBAEC0-6DD3-B347-3281-9E43F376CB81}"/>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02331667"/>
      </p:ext>
    </p:extLst>
  </p:cSld>
  <p:clrMapOvr>
    <a:masterClrMapping/>
  </p:clrMapOvr>
  <mc:AlternateContent xmlns:mc="http://schemas.openxmlformats.org/markup-compatibility/2006">
    <mc:Choice xmlns:p14="http://schemas.microsoft.com/office/powerpoint/2010/main" Requires="p14">
      <p:transition spd="slow" p14:dur="2000" advTm="40925"/>
    </mc:Choice>
    <mc:Fallback>
      <p:transition spd="slow" advTm="409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024602-A263-06FD-C207-5A1FF5BC975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Analysis and Discussion</a:t>
            </a:r>
          </a:p>
        </p:txBody>
      </p:sp>
      <p:sp>
        <p:nvSpPr>
          <p:cNvPr id="3" name="Content Placeholder 2">
            <a:extLst>
              <a:ext uri="{FF2B5EF4-FFF2-40B4-BE49-F238E27FC236}">
                <a16:creationId xmlns:a16="http://schemas.microsoft.com/office/drawing/2014/main" id="{9779144B-48F2-9573-0689-895F059B3739}"/>
              </a:ext>
            </a:extLst>
          </p:cNvPr>
          <p:cNvSpPr>
            <a:spLocks noGrp="1"/>
          </p:cNvSpPr>
          <p:nvPr>
            <p:ph idx="1"/>
          </p:nvPr>
        </p:nvSpPr>
        <p:spPr>
          <a:xfrm>
            <a:off x="1371599" y="2318197"/>
            <a:ext cx="9724031" cy="3683358"/>
          </a:xfrm>
        </p:spPr>
        <p:txBody>
          <a:bodyPr anchor="ctr">
            <a:normAutofit/>
          </a:bodyPr>
          <a:lstStyle/>
          <a:p>
            <a:pPr marL="0" indent="0">
              <a:buNone/>
            </a:pPr>
            <a:r>
              <a:rPr lang="en-GB" sz="1700"/>
              <a:t>Wearable medical devices must achieve a balance between functionality and patient comfort. Devices intended for continuous daily use must remain lightweight and unobtrusive, while being capable of housing essential components. Accurate data collection is particularly important during physical activity, as exposure to sweat, dirt and temperature fluctuations may interfere with performance, this makes material selection a key design consideration. Biocompatible materials that minimise skin irritation such as medical grade silicone and hydrogels allow the device to conform to the body without compromising performance. Hydrogels are soft, water-swollen polymer networks that are widely used in wearable medical devices. Their hydrophilic polymer systems allow them to closely match the elasticity of biological tissues, providing comfort and  minimising irritation during continuous use (Zhang et al., 2023a). Hydrogels also exhibit high deformability, enabling them to conform to complex body surfaces without compromising sensor performance (Zhang et al., 2023b). Another important factor is the aesthetic design, devices that are discrete and unobtrusive reduce self-consciousness which improves patient adherence to wearing the monitor.</a:t>
            </a:r>
            <a:endParaRPr lang="en-GB" sz="1700" b="0">
              <a:effectLst/>
            </a:endParaRPr>
          </a:p>
          <a:p>
            <a:pPr marL="0" indent="0">
              <a:buNone/>
            </a:pPr>
            <a:endParaRPr lang="en-US" sz="1700"/>
          </a:p>
        </p:txBody>
      </p:sp>
      <p:pic>
        <p:nvPicPr>
          <p:cNvPr id="6" name="Audio 5">
            <a:extLst>
              <a:ext uri="{FF2B5EF4-FFF2-40B4-BE49-F238E27FC236}">
                <a16:creationId xmlns:a16="http://schemas.microsoft.com/office/drawing/2014/main" id="{3F9BF9F1-C066-1E03-5FC4-2D6BBD6417A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707981199"/>
      </p:ext>
    </p:extLst>
  </p:cSld>
  <p:clrMapOvr>
    <a:masterClrMapping/>
  </p:clrMapOvr>
  <mc:AlternateContent xmlns:mc="http://schemas.openxmlformats.org/markup-compatibility/2006">
    <mc:Choice xmlns:p14="http://schemas.microsoft.com/office/powerpoint/2010/main" Requires="p14">
      <p:transition spd="slow" p14:dur="2000" advTm="81351"/>
    </mc:Choice>
    <mc:Fallback>
      <p:transition spd="slow" advTm="813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145D62-1287-7B4E-4510-A428CF54E791}"/>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8CEABC-A610-1C9B-5276-6F8B9B37D9EF}"/>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Analysis and Discussion Continued</a:t>
            </a:r>
          </a:p>
        </p:txBody>
      </p:sp>
      <p:sp>
        <p:nvSpPr>
          <p:cNvPr id="3" name="Content Placeholder 2">
            <a:extLst>
              <a:ext uri="{FF2B5EF4-FFF2-40B4-BE49-F238E27FC236}">
                <a16:creationId xmlns:a16="http://schemas.microsoft.com/office/drawing/2014/main" id="{AC6620BB-129B-B881-0A8F-C27C6920AC15}"/>
              </a:ext>
            </a:extLst>
          </p:cNvPr>
          <p:cNvSpPr>
            <a:spLocks noGrp="1"/>
          </p:cNvSpPr>
          <p:nvPr>
            <p:ph idx="1"/>
          </p:nvPr>
        </p:nvSpPr>
        <p:spPr>
          <a:xfrm>
            <a:off x="1371599" y="2318197"/>
            <a:ext cx="9724031" cy="3683358"/>
          </a:xfrm>
        </p:spPr>
        <p:txBody>
          <a:bodyPr anchor="ctr">
            <a:normAutofit/>
          </a:bodyPr>
          <a:lstStyle/>
          <a:p>
            <a:pPr marL="0" indent="0">
              <a:buNone/>
            </a:pPr>
            <a:r>
              <a:rPr lang="en-GB" sz="2000"/>
              <a:t>Continuous glucose monitors (CGMs) and insulin pumps show how transformative wearable devices are to chronic disease management. CGMs provide continuous glucose measurements, allowing clinicians to identify patterns such as overnight hypoglycaemia and post-meal spikes, enabling precise adjustments to the treatment. When integrated with insulin pumps, these devices form a closed loop system: glucose readings determine the insulin dose and the resulting glucose response guides future treatment. Clinical studies demonstrate that CGM use improves glycaemic control compared with traditional self-monitoring, with real time CGMs providing the greatest benefits. (Weisman et al., 2017).</a:t>
            </a:r>
            <a:endParaRPr lang="en-GB" sz="2000" b="0">
              <a:effectLst/>
            </a:endParaRPr>
          </a:p>
        </p:txBody>
      </p:sp>
      <p:pic>
        <p:nvPicPr>
          <p:cNvPr id="36" name="Audio 35">
            <a:extLst>
              <a:ext uri="{FF2B5EF4-FFF2-40B4-BE49-F238E27FC236}">
                <a16:creationId xmlns:a16="http://schemas.microsoft.com/office/drawing/2014/main" id="{76276DA3-DA0C-B1F5-76AE-C1AF266020C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645074843"/>
      </p:ext>
    </p:extLst>
  </p:cSld>
  <p:clrMapOvr>
    <a:masterClrMapping/>
  </p:clrMapOvr>
  <mc:AlternateContent xmlns:mc="http://schemas.openxmlformats.org/markup-compatibility/2006">
    <mc:Choice xmlns:p14="http://schemas.microsoft.com/office/powerpoint/2010/main" Requires="p14">
      <p:transition spd="slow" p14:dur="2000" advTm="44618"/>
    </mc:Choice>
    <mc:Fallback>
      <p:transition spd="slow" advTm="446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EF3345-EB34-8E6D-1050-C5911D6A410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3ED148-FCB5-B2B5-A2A2-FB5474CA3AF4}"/>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Analysis and Discussion Continued</a:t>
            </a:r>
          </a:p>
        </p:txBody>
      </p:sp>
      <p:sp>
        <p:nvSpPr>
          <p:cNvPr id="3" name="Content Placeholder 2">
            <a:extLst>
              <a:ext uri="{FF2B5EF4-FFF2-40B4-BE49-F238E27FC236}">
                <a16:creationId xmlns:a16="http://schemas.microsoft.com/office/drawing/2014/main" id="{6C298EF9-1E71-F1B8-9D31-559CF22B001D}"/>
              </a:ext>
            </a:extLst>
          </p:cNvPr>
          <p:cNvSpPr>
            <a:spLocks noGrp="1"/>
          </p:cNvSpPr>
          <p:nvPr>
            <p:ph idx="1"/>
          </p:nvPr>
        </p:nvSpPr>
        <p:spPr>
          <a:xfrm>
            <a:off x="1371599" y="2318197"/>
            <a:ext cx="9724031" cy="3683358"/>
          </a:xfrm>
        </p:spPr>
        <p:txBody>
          <a:bodyPr anchor="ctr">
            <a:normAutofit/>
          </a:bodyPr>
          <a:lstStyle/>
          <a:p>
            <a:pPr marL="0" indent="0">
              <a:buNone/>
            </a:pPr>
            <a:r>
              <a:rPr lang="en-GB" sz="2000"/>
              <a:t>Successful use of CGMs and pumps requires organised data, as well as patient education. Clinicians must be able to identify trends without being overwhelmed by raw data, while patients and caregivers require guidance on how to interpret readings (Dovc et al., 2023). These technologies can reduce hospital admissions and emergency interventions, decreasing the burden on health services. The effectiveness of treatment depends on sustained patient engagement, as irregular use limits the benefits. Socioeconomic factors and limited digital literacy may further restrict access, this limits the benefits of these devices. Comprehensive training and support is essential to ensure successful adoption of these devices.</a:t>
            </a:r>
            <a:endParaRPr lang="en-US" sz="2000"/>
          </a:p>
        </p:txBody>
      </p:sp>
      <p:pic>
        <p:nvPicPr>
          <p:cNvPr id="6" name="Audio 5">
            <a:extLst>
              <a:ext uri="{FF2B5EF4-FFF2-40B4-BE49-F238E27FC236}">
                <a16:creationId xmlns:a16="http://schemas.microsoft.com/office/drawing/2014/main" id="{25958A04-F866-BEFB-D7BC-8C9C789AFDE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4064585925"/>
      </p:ext>
    </p:extLst>
  </p:cSld>
  <p:clrMapOvr>
    <a:masterClrMapping/>
  </p:clrMapOvr>
  <mc:AlternateContent xmlns:mc="http://schemas.openxmlformats.org/markup-compatibility/2006">
    <mc:Choice xmlns:p14="http://schemas.microsoft.com/office/powerpoint/2010/main" Requires="p14">
      <p:transition spd="slow" p14:dur="2000" advTm="49760"/>
    </mc:Choice>
    <mc:Fallback>
      <p:transition spd="slow" advTm="49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8E90C9-791C-0966-805A-547070DAB3C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E9B946-1D3C-F398-2EC0-8553E13ECCDC}"/>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Analysis and Discussion Continued</a:t>
            </a:r>
          </a:p>
        </p:txBody>
      </p:sp>
      <p:sp>
        <p:nvSpPr>
          <p:cNvPr id="3" name="Content Placeholder 2">
            <a:extLst>
              <a:ext uri="{FF2B5EF4-FFF2-40B4-BE49-F238E27FC236}">
                <a16:creationId xmlns:a16="http://schemas.microsoft.com/office/drawing/2014/main" id="{BF346389-02BB-2B36-299E-3B44F4973D27}"/>
              </a:ext>
            </a:extLst>
          </p:cNvPr>
          <p:cNvSpPr>
            <a:spLocks noGrp="1"/>
          </p:cNvSpPr>
          <p:nvPr>
            <p:ph idx="1"/>
          </p:nvPr>
        </p:nvSpPr>
        <p:spPr>
          <a:xfrm>
            <a:off x="1371599" y="2318197"/>
            <a:ext cx="9724031" cy="3683358"/>
          </a:xfrm>
        </p:spPr>
        <p:txBody>
          <a:bodyPr anchor="ctr">
            <a:normAutofit/>
          </a:bodyPr>
          <a:lstStyle/>
          <a:p>
            <a:pPr marL="0" indent="0">
              <a:buNone/>
            </a:pPr>
            <a:r>
              <a:rPr lang="en-GB" sz="2000"/>
              <a:t>Future improvements in wearable devices requires advances in sensor materials and miniaturisation, and potentially AI-based predictive analytics. Integration with personalised medicine and AI-based algorithms may enable more accurate glucose predictions. Implementing AI requires careful consideration of patient safety and ethical concerns. Ensuring transparency in algorithmic decision making and maintaining human oversight are crucial for patient safety (Boudi et al., 2024). It is essential that AI is implemented responsibly so that it can be widely adopted safely.</a:t>
            </a:r>
            <a:endParaRPr lang="en-GB" sz="2000" b="0">
              <a:effectLst/>
            </a:endParaRPr>
          </a:p>
        </p:txBody>
      </p:sp>
      <p:pic>
        <p:nvPicPr>
          <p:cNvPr id="6" name="Audio 5">
            <a:extLst>
              <a:ext uri="{FF2B5EF4-FFF2-40B4-BE49-F238E27FC236}">
                <a16:creationId xmlns:a16="http://schemas.microsoft.com/office/drawing/2014/main" id="{A5FB3076-1F74-FA60-F973-6BA722C4DBC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160965753"/>
      </p:ext>
    </p:extLst>
  </p:cSld>
  <p:clrMapOvr>
    <a:masterClrMapping/>
  </p:clrMapOvr>
  <mc:AlternateContent xmlns:mc="http://schemas.openxmlformats.org/markup-compatibility/2006">
    <mc:Choice xmlns:p14="http://schemas.microsoft.com/office/powerpoint/2010/main" Requires="p14">
      <p:transition spd="slow" p14:dur="2000" advTm="35996"/>
    </mc:Choice>
    <mc:Fallback>
      <p:transition spd="slow" advTm="359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964CDB-2399-24E9-4C4A-31DEEE3766C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CED96F-C613-3BE3-2967-7B36709660A8}"/>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Conclusion</a:t>
            </a:r>
          </a:p>
        </p:txBody>
      </p:sp>
      <p:sp>
        <p:nvSpPr>
          <p:cNvPr id="3" name="Content Placeholder 2">
            <a:extLst>
              <a:ext uri="{FF2B5EF4-FFF2-40B4-BE49-F238E27FC236}">
                <a16:creationId xmlns:a16="http://schemas.microsoft.com/office/drawing/2014/main" id="{4050DDA5-C7A9-3577-25D1-51B96CBB20AC}"/>
              </a:ext>
            </a:extLst>
          </p:cNvPr>
          <p:cNvSpPr>
            <a:spLocks noGrp="1"/>
          </p:cNvSpPr>
          <p:nvPr>
            <p:ph idx="1"/>
          </p:nvPr>
        </p:nvSpPr>
        <p:spPr>
          <a:xfrm>
            <a:off x="1371599" y="2318197"/>
            <a:ext cx="9724031" cy="3683358"/>
          </a:xfrm>
        </p:spPr>
        <p:txBody>
          <a:bodyPr anchor="ctr">
            <a:normAutofit/>
          </a:bodyPr>
          <a:lstStyle/>
          <a:p>
            <a:pPr marL="0" indent="0">
              <a:buNone/>
            </a:pPr>
            <a:r>
              <a:rPr lang="en-GB" sz="2000"/>
              <a:t>Wearable medical devices offer significant potential for improving chronic disease management through personalised care and responsive treatment. Delivering these benefits requires careful engineering considerations and software design and implementation. Collaboration between engineers and clinicians is essential to advance wearable medical technology so that it is poised to support personalised and data driven healthcare.</a:t>
            </a:r>
            <a:endParaRPr lang="en-GB" sz="2000" b="0">
              <a:effectLst/>
            </a:endParaRPr>
          </a:p>
          <a:p>
            <a:pPr marL="0" indent="0">
              <a:buNone/>
            </a:pPr>
            <a:endParaRPr lang="en-US" sz="2000"/>
          </a:p>
        </p:txBody>
      </p:sp>
      <p:pic>
        <p:nvPicPr>
          <p:cNvPr id="19" name="Audio 18">
            <a:extLst>
              <a:ext uri="{FF2B5EF4-FFF2-40B4-BE49-F238E27FC236}">
                <a16:creationId xmlns:a16="http://schemas.microsoft.com/office/drawing/2014/main" id="{26F705CF-7941-9BB2-EE01-0ECE927C29A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603459236"/>
      </p:ext>
    </p:extLst>
  </p:cSld>
  <p:clrMapOvr>
    <a:masterClrMapping/>
  </p:clrMapOvr>
  <mc:AlternateContent xmlns:mc="http://schemas.openxmlformats.org/markup-compatibility/2006">
    <mc:Choice xmlns:p14="http://schemas.microsoft.com/office/powerpoint/2010/main" Requires="p14">
      <p:transition spd="slow" p14:dur="2000" advTm="25541"/>
    </mc:Choice>
    <mc:Fallback>
      <p:transition spd="slow" advTm="255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802</Words>
  <Application>Microsoft Macintosh PowerPoint</Application>
  <PresentationFormat>Widescreen</PresentationFormat>
  <Paragraphs>16</Paragraphs>
  <Slides>8</Slides>
  <Notes>0</Notes>
  <HiddenSlides>0</HiddenSlides>
  <MMClips>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Integrating wearable medical devices into clinical care</vt:lpstr>
      <vt:lpstr>Abstract</vt:lpstr>
      <vt:lpstr>Introduction</vt:lpstr>
      <vt:lpstr>Analysis and Discussion</vt:lpstr>
      <vt:lpstr>Analysis and Discussion Continued</vt:lpstr>
      <vt:lpstr>Analysis and Discussion Continued</vt:lpstr>
      <vt:lpstr>Analysis and Discussion Continued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Hoyland, George (UG - Sch of Engineering)</dc:creator>
  <cp:lastModifiedBy>Hoyland, George (UG - Sch of Engineering)</cp:lastModifiedBy>
  <cp:revision>1</cp:revision>
  <dcterms:created xsi:type="dcterms:W3CDTF">2025-12-05T17:05:30Z</dcterms:created>
  <dcterms:modified xsi:type="dcterms:W3CDTF">2025-12-05T17:46:45Z</dcterms:modified>
</cp:coreProperties>
</file>